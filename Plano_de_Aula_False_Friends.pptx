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1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19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4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66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1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7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3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65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0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573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7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False Friends, True Meanings: desvendando os falsos cognatos em inglês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Público-alvo: 3º ano do Ensino Médio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que são falsos cognatos</a:t>
            </a:r>
          </a:p>
          <a:p>
            <a:r>
              <a:t>Importância no ENEM</a:t>
            </a:r>
          </a:p>
          <a:p>
            <a:r>
              <a:t>Exemplo rápido: actually ≠ atualmente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Identificar falsos cognatos frequentes</a:t>
            </a:r>
          </a:p>
          <a:p>
            <a:r>
              <a:t>Diferenciar cognatos verdadeiros × falsos cognatos</a:t>
            </a:r>
          </a:p>
          <a:p>
            <a:r>
              <a:t>Interpretar textos evitando traduções literais</a:t>
            </a:r>
          </a:p>
          <a:p>
            <a:r>
              <a:t>Aplicar estratégias de leitura do ENEM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Habilidades e Competências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BNCC: Competência Específica 2 (Linguagens)</a:t>
            </a:r>
          </a:p>
          <a:p>
            <a:r>
              <a:t>Habilidade EM13LGG205</a:t>
            </a:r>
          </a:p>
          <a:p>
            <a:r>
              <a:t>Matriz ENEM: leitura crítica e contextual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Conteúdo Programático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Conceito de falsos cognatos</a:t>
            </a:r>
          </a:p>
          <a:p>
            <a:r>
              <a:t>Diferença entre cognatos verdadeiros × falsos</a:t>
            </a:r>
          </a:p>
          <a:p>
            <a:r>
              <a:t>Exemplos comuns: actually, pretend, parents, sensible, eventually</a:t>
            </a:r>
          </a:p>
          <a:p>
            <a:r>
              <a:t>Estratégias de leitura contextual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 (Passo a Passo)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Abertura: pergunta disparadora</a:t>
            </a:r>
          </a:p>
          <a:p>
            <a:r>
              <a:t>Explanação dialogada</a:t>
            </a:r>
          </a:p>
          <a:p>
            <a:r>
              <a:t>Leitura orientada estilo ENEM</a:t>
            </a:r>
          </a:p>
          <a:p>
            <a:r>
              <a:t>Atividade prática em grupos</a:t>
            </a:r>
          </a:p>
          <a:p>
            <a:r>
              <a:t>Fechamento: síntese e dica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em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Actually = na verdade</a:t>
            </a:r>
          </a:p>
          <a:p>
            <a:r>
              <a:t>Pretend = fingir</a:t>
            </a:r>
          </a:p>
          <a:p>
            <a:r>
              <a:t>Parents = pais</a:t>
            </a:r>
          </a:p>
          <a:p>
            <a:r>
              <a:t>College = faculdade</a:t>
            </a:r>
          </a:p>
          <a:p>
            <a:r>
              <a:t>Destaque: “Nunca traduza apenas pela aparência da palavra”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 em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“Spot the False Friend!”</a:t>
            </a:r>
          </a:p>
          <a:p>
            <a:r>
              <a:t>Identificar falsos cognatos em frases curtas</a:t>
            </a:r>
          </a:p>
          <a:p>
            <a:r>
              <a:t>Justificar significado correto pelo contexto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Reforço: leitura crítica e uso do contexto</a:t>
            </a:r>
          </a:p>
          <a:p>
            <a:r>
              <a:t>Preparação para o ENEM</a:t>
            </a:r>
          </a:p>
          <a:p>
            <a:r>
              <a:t>Mensagem final: Words are not always what they seem!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orda com Tiras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203</Words>
  <Application>Microsoft Office PowerPoint</Application>
  <PresentationFormat>Apresentação na tela 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Tw Cen MT</vt:lpstr>
      <vt:lpstr>Tw Cen MT Condensed</vt:lpstr>
      <vt:lpstr>Wingdings 3</vt:lpstr>
      <vt:lpstr>Integral</vt:lpstr>
      <vt:lpstr>False Friends, True Meanings: desvendando os falsos cognatos em inglês</vt:lpstr>
      <vt:lpstr>Contexto</vt:lpstr>
      <vt:lpstr>Objetivos de Aprendizagem</vt:lpstr>
      <vt:lpstr>Habilidades e Competências</vt:lpstr>
      <vt:lpstr>Conteúdo Programático</vt:lpstr>
      <vt:lpstr>Metodologia (Passo a Passo)</vt:lpstr>
      <vt:lpstr>Exemplos em Contexto</vt:lpstr>
      <vt:lpstr>Atividade em Grupo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Valentina Lombas Gomes</dc:creator>
  <cp:keywords/>
  <dc:description>generated using python-pptx</dc:description>
  <cp:lastModifiedBy>Renata Ju</cp:lastModifiedBy>
  <cp:revision>2</cp:revision>
  <dcterms:created xsi:type="dcterms:W3CDTF">2013-01-27T09:14:16Z</dcterms:created>
  <dcterms:modified xsi:type="dcterms:W3CDTF">2026-02-01T02:42:24Z</dcterms:modified>
  <cp:category/>
</cp:coreProperties>
</file>